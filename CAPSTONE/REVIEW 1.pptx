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7" r:id="rId5"/>
    <p:sldId id="266" r:id="rId6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0B5E34-CD99-4EE0-A8DB-C1201CFD215F}" v="22" dt="2026-10-16T07:56:09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ushya052008@outlook.com" userId="ed2643763c2b686c" providerId="LiveId" clId="{A606784E-DDDC-4319-B4DE-08B0483F380F}"/>
    <pc:docChg chg="modSld sldOrd">
      <pc:chgData name="Dhanushya052008@outlook.com" userId="ed2643763c2b686c" providerId="LiveId" clId="{A606784E-DDDC-4319-B4DE-08B0483F380F}" dt="2026-10-16T08:03:26.767" v="26"/>
      <pc:docMkLst>
        <pc:docMk/>
      </pc:docMkLst>
      <pc:sldChg chg="addSp delSp modSp">
        <pc:chgData name="Dhanushya052008@outlook.com" userId="ed2643763c2b686c" providerId="LiveId" clId="{A606784E-DDDC-4319-B4DE-08B0483F380F}" dt="2026-10-16T08:03:26.767" v="26"/>
        <pc:sldMkLst>
          <pc:docMk/>
          <pc:sldMk cId="0" sldId="256"/>
        </pc:sldMkLst>
        <pc:spChg chg="add del mod">
          <ac:chgData name="Dhanushya052008@outlook.com" userId="ed2643763c2b686c" providerId="LiveId" clId="{A606784E-DDDC-4319-B4DE-08B0483F380F}" dt="2026-10-16T08:03:26.767" v="26"/>
          <ac:spMkLst>
            <pc:docMk/>
            <pc:sldMk cId="0" sldId="256"/>
            <ac:spMk id="5" creationId="{7A15C006-89D3-2DD8-384E-BEE97ECC6D8D}"/>
          </ac:spMkLst>
        </pc:spChg>
        <pc:spChg chg="add mod">
          <ac:chgData name="Dhanushya052008@outlook.com" userId="ed2643763c2b686c" providerId="LiveId" clId="{A606784E-DDDC-4319-B4DE-08B0483F380F}" dt="2026-10-16T07:42:37.147" v="11" actId="767"/>
          <ac:spMkLst>
            <pc:docMk/>
            <pc:sldMk cId="0" sldId="256"/>
            <ac:spMk id="6" creationId="{20FFDEE1-4370-2EB7-31D4-FF4D68B160AA}"/>
          </ac:spMkLst>
        </pc:spChg>
      </pc:sldChg>
      <pc:sldChg chg="modSp ord">
        <pc:chgData name="Dhanushya052008@outlook.com" userId="ed2643763c2b686c" providerId="LiveId" clId="{A606784E-DDDC-4319-B4DE-08B0483F380F}" dt="2026-10-16T08:02:11.599" v="25"/>
        <pc:sldMkLst>
          <pc:docMk/>
          <pc:sldMk cId="0" sldId="258"/>
        </pc:sldMkLst>
        <pc:spChg chg="mod">
          <ac:chgData name="Dhanushya052008@outlook.com" userId="ed2643763c2b686c" providerId="LiveId" clId="{A606784E-DDDC-4319-B4DE-08B0483F380F}" dt="2026-10-16T07:35:25.189" v="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Dhanushya052008@outlook.com" userId="ed2643763c2b686c" providerId="LiveId" clId="{A606784E-DDDC-4319-B4DE-08B0483F380F}" dt="2026-10-16T07:32:22.549" v="2"/>
        <pc:sldMkLst>
          <pc:docMk/>
          <pc:sldMk cId="0" sldId="264"/>
        </pc:sldMkLst>
        <pc:spChg chg="mod">
          <ac:chgData name="Dhanushya052008@outlook.com" userId="ed2643763c2b686c" providerId="LiveId" clId="{A606784E-DDDC-4319-B4DE-08B0483F380F}" dt="2026-10-16T07:32:22.549" v="2"/>
          <ac:spMkLst>
            <pc:docMk/>
            <pc:sldMk cId="0" sldId="264"/>
            <ac:spMk id="5" creationId="{00000000-0000-0000-0000-000000000000}"/>
          </ac:spMkLst>
        </pc:spChg>
      </pc:sldChg>
      <pc:sldChg chg="addSp modSp">
        <pc:chgData name="Dhanushya052008@outlook.com" userId="ed2643763c2b686c" providerId="LiveId" clId="{A606784E-DDDC-4319-B4DE-08B0483F380F}" dt="2026-10-16T07:38:19.970" v="10"/>
        <pc:sldMkLst>
          <pc:docMk/>
          <pc:sldMk cId="1945139021" sldId="266"/>
        </pc:sldMkLst>
        <pc:spChg chg="add mod">
          <ac:chgData name="Dhanushya052008@outlook.com" userId="ed2643763c2b686c" providerId="LiveId" clId="{A606784E-DDDC-4319-B4DE-08B0483F380F}" dt="2026-10-16T07:34:03.336" v="6"/>
          <ac:spMkLst>
            <pc:docMk/>
            <pc:sldMk cId="1945139021" sldId="266"/>
            <ac:spMk id="2" creationId="{8810B78B-FB4F-02DB-706B-4857EF3FBB45}"/>
          </ac:spMkLst>
        </pc:spChg>
        <pc:spChg chg="add mod">
          <ac:chgData name="Dhanushya052008@outlook.com" userId="ed2643763c2b686c" providerId="LiveId" clId="{A606784E-DDDC-4319-B4DE-08B0483F380F}" dt="2026-10-16T07:38:19.970" v="10"/>
          <ac:spMkLst>
            <pc:docMk/>
            <pc:sldMk cId="1945139021" sldId="266"/>
            <ac:spMk id="3" creationId="{60E76909-C715-CDFE-F183-519127165BCA}"/>
          </ac:spMkLst>
        </pc:spChg>
      </pc:sldChg>
      <pc:sldChg chg="addSp delSp modSp ord">
        <pc:chgData name="Dhanushya052008@outlook.com" userId="ed2643763c2b686c" providerId="LiveId" clId="{A606784E-DDDC-4319-B4DE-08B0483F380F}" dt="2026-10-16T07:56:09.423" v="23"/>
        <pc:sldMkLst>
          <pc:docMk/>
          <pc:sldMk cId="3726832204" sldId="267"/>
        </pc:sldMkLst>
        <pc:spChg chg="del mod">
          <ac:chgData name="Dhanushya052008@outlook.com" userId="ed2643763c2b686c" providerId="LiveId" clId="{A606784E-DDDC-4319-B4DE-08B0483F380F}" dt="2026-10-16T07:51:53.256" v="17"/>
          <ac:spMkLst>
            <pc:docMk/>
            <pc:sldMk cId="3726832204" sldId="267"/>
            <ac:spMk id="5" creationId="{B6D488F4-F82D-E467-E5CC-2F1F308947B0}"/>
          </ac:spMkLst>
        </pc:spChg>
        <pc:spChg chg="add mod">
          <ac:chgData name="Dhanushya052008@outlook.com" userId="ed2643763c2b686c" providerId="LiveId" clId="{A606784E-DDDC-4319-B4DE-08B0483F380F}" dt="2026-10-16T07:56:09.423" v="23"/>
          <ac:spMkLst>
            <pc:docMk/>
            <pc:sldMk cId="3726832204" sldId="267"/>
            <ac:spMk id="6" creationId="{60BF09BD-204F-3C82-C479-DE4D32803A4E}"/>
          </ac:spMkLst>
        </pc:spChg>
        <pc:spChg chg="add mod">
          <ac:chgData name="Dhanushya052008@outlook.com" userId="ed2643763c2b686c" providerId="LiveId" clId="{A606784E-DDDC-4319-B4DE-08B0483F380F}" dt="2026-10-16T07:52:03.206" v="18" actId="767"/>
          <ac:spMkLst>
            <pc:docMk/>
            <pc:sldMk cId="3726832204" sldId="267"/>
            <ac:spMk id="7" creationId="{C8044318-5F5F-26EC-D8DC-1EEC309572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84396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Telecommunication Network Analytics Platform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31520" y="239315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Network Failure Prediction and Customer Behaviour Mining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37190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FFDEE1-4370-2EB7-31D4-FF4D68B160AA}"/>
              </a:ext>
            </a:extLst>
          </p:cNvPr>
          <p:cNvSpPr txBox="1"/>
          <p:nvPr/>
        </p:nvSpPr>
        <p:spPr>
          <a:xfrm>
            <a:off x="416379" y="3287962"/>
            <a:ext cx="23758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DR.RENUGA 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PROFESSOR-PROGRAMMING DEPARTMENT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EE5D29-0256-96E7-7926-393BD687B2E9}"/>
              </a:ext>
            </a:extLst>
          </p:cNvPr>
          <p:cNvSpPr txBox="1"/>
          <p:nvPr/>
        </p:nvSpPr>
        <p:spPr>
          <a:xfrm>
            <a:off x="5527221" y="3453493"/>
            <a:ext cx="32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DHANUSHYA C -192511412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VANITHA.K-192511027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KANIGASRI M-192565010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Abstract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</a:rPr>
              <a:t>Telecom operators must keep networks reliable while retaining a large, demanding customer base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</a:rPr>
              <a:t>This project proposes an intelligent analytics platform that predicts network failures before they occur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</a:rPr>
              <a:t>Machine learning models analyse network logs and KPIs to give early fault warnings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</a:rPr>
              <a:t>Data mining techniques segment customers and predict churn from usage and complaint data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</a:rPr>
              <a:t>Network quality is correlated with customer behaviour to reveal the impact of outages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</a:rPr>
              <a:t>A real-time dashboard delivers alerts and insights for proactive operations and retention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company like Jio or Airtel providing services to millions of customers.</a:t>
            </a:r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day, customers start experiencing slow internet, dropped calls, and network issues.</a:t>
            </a:r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Usually, the company identifies these problems only after they occur.</a:t>
            </a:r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machine learning to predict potential network failures before they happen.</a:t>
            </a:r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also analyses customer usage and complaints to predict which customers might leave the service.</a:t>
            </a:r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results are displayed on a single dashboard, helping the company identify risks and take action early.</a:t>
            </a:r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is to prevent bigger problems, improve network performance, and increase customer satisfaction.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721285-A556-547E-B79B-FBC02E25049E}"/>
              </a:ext>
            </a:extLst>
          </p:cNvPr>
          <p:cNvSpPr txBox="1"/>
          <p:nvPr/>
        </p:nvSpPr>
        <p:spPr>
          <a:xfrm>
            <a:off x="1396091" y="675519"/>
            <a:ext cx="8049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F09BD-204F-3C82-C479-DE4D32803A4E}"/>
              </a:ext>
            </a:extLst>
          </p:cNvPr>
          <p:cNvSpPr txBox="1"/>
          <p:nvPr/>
        </p:nvSpPr>
        <p:spPr>
          <a:xfrm>
            <a:off x="73477" y="801597"/>
            <a:ext cx="8694965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Telecommunication Data Collection and Preprocessing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Collects, cleans, and prepares network and customer data for analysis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2:Network Failure Prediction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machine learning to predict potential network failures based on network performance data.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3:Customer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Analyses customer usage patterns to identify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trends and possible customer churn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4:Integrated Analytics Dashboard and Decision Support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network predictions and customer insights through an interactive dashboard to support decision-making.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044318-5F5F-26EC-D8DC-1EEC30957211}"/>
              </a:ext>
            </a:extLst>
          </p:cNvPr>
          <p:cNvSpPr txBox="1"/>
          <p:nvPr/>
        </p:nvSpPr>
        <p:spPr>
          <a:xfrm>
            <a:off x="1028700" y="149922"/>
            <a:ext cx="2955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372683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10B78B-FB4F-02DB-706B-4857EF3FBB45}"/>
              </a:ext>
            </a:extLst>
          </p:cNvPr>
          <p:cNvSpPr txBox="1"/>
          <p:nvPr/>
        </p:nvSpPr>
        <p:spPr>
          <a:xfrm>
            <a:off x="620486" y="1706336"/>
            <a:ext cx="6116436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analysis and automation.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management and data retrieval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Writing and testing Python code.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web applications and APIs.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version control and collaboration.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and neural networks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E76909-C715-CDFE-F183-519127165BCA}"/>
              </a:ext>
            </a:extLst>
          </p:cNvPr>
          <p:cNvSpPr txBox="1"/>
          <p:nvPr/>
        </p:nvSpPr>
        <p:spPr>
          <a:xfrm>
            <a:off x="922563" y="285749"/>
            <a:ext cx="3902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139021"/>
      </p:ext>
    </p:extLst>
  </p:cSld>
  <p:clrMapOvr>
    <a:masterClrMapping/>
  </p:clrMapOvr>
</p:sld>
</file>

<file path=ppt/theme/theme1.xml><?xml version="1.0" encoding="utf-8"?>
<a:theme xmlns:a="http://schemas.openxmlformats.org/drawingml/2006/main" name="TelecomAnalytics">
  <a:themeElements>
    <a:clrScheme name="TelecomAnalytics">
      <a:dk1>
        <a:srgbClr val="12203A"/>
      </a:dk1>
      <a:lt1>
        <a:srgbClr val="FFFFFF"/>
      </a:lt1>
      <a:dk2>
        <a:srgbClr val="0B3C5D"/>
      </a:dk2>
      <a:lt2>
        <a:srgbClr val="EEF3F8"/>
      </a:lt2>
      <a:accent1>
        <a:srgbClr val="1C77C3"/>
      </a:accent1>
      <a:accent2>
        <a:srgbClr val="39A9DB"/>
      </a:accent2>
      <a:accent3>
        <a:srgbClr val="F39237"/>
      </a:accent3>
      <a:accent4>
        <a:srgbClr val="2BAE66"/>
      </a:accent4>
      <a:accent5>
        <a:srgbClr val="7A5CD6"/>
      </a:accent5>
      <a:accent6>
        <a:srgbClr val="D64550"/>
      </a:accent6>
      <a:hlink>
        <a:srgbClr val="1C77C3"/>
      </a:hlink>
      <a:folHlink>
        <a:srgbClr val="7A5CD6"/>
      </a:folHlink>
    </a:clrScheme>
    <a:fontScheme name="TelecomAnalytic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367</Words>
  <Application>Microsoft Office PowerPoint</Application>
  <PresentationFormat>On-screen Show (16:9)</PresentationFormat>
  <Paragraphs>46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Times New Roman</vt:lpstr>
      <vt:lpstr>Wingdings</vt:lpstr>
      <vt:lpstr>TelecomAnalytics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Dhanushya052008@outlook.com</cp:lastModifiedBy>
  <cp:revision>1</cp:revision>
  <dcterms:modified xsi:type="dcterms:W3CDTF">2026-10-16T08:03:46Z</dcterms:modified>
</cp:coreProperties>
</file>